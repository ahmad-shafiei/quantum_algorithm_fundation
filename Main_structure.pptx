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59" r:id="rId7"/>
    <p:sldId id="261" r:id="rId8"/>
    <p:sldId id="267" r:id="rId9"/>
    <p:sldId id="262" r:id="rId10"/>
    <p:sldId id="268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A7A6-0DE6-A999-6676-9DA6780B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7AB2C-6627-6926-E53F-6540E3EA9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ADDA7-2807-AF92-33D8-B2F5EF10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BA07-3713-A0B8-CDC6-8B900809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580FE-ED58-225B-72FA-4C7AEED8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4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2FA1-E298-5900-3424-38C523CB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E6811-2E4C-8DEF-8D36-1CBC67DA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8F7B6-CD10-0110-6F9C-DCFF8EBA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190C5-329A-38D4-6978-70EF2CD9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01BD5-4B2A-1AA1-2F96-ECB7AC68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8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E3CE-8124-5311-379D-86B6E86A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F2697-ABF4-FD19-5800-FC53F1E3A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BC825-AC90-51CF-3478-48747B1A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2512-9E4A-A930-3C97-7CE5D2E9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AC387-0039-9440-0816-631E9844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0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7D74-3DBC-270D-ED4E-84B48AB7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DF738-E4D4-AC7B-8A3F-9F988172D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57CFB-CF10-7A8F-D10E-1C95AC722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DBCE4-DBE5-A287-E512-5B3074D5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5B0C1-0DCE-6199-90AF-D677F9DC5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2F21D-F139-3B06-465A-AEDB41BD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D897-08F3-CA40-6B36-4E2BC8847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89D39-821C-3B81-A921-66833C299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F2BB4-8132-7EBB-E283-2F20E553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ADA7A-AB6C-37B0-B88B-938F8E775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0D062-A601-97B9-C518-3CA7E1D39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FB9EE9-F281-B3B0-2908-974AC406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5BCE5-8E6B-010B-57F7-E6B95EDD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35441-1CC4-E95A-C7C1-0C9FEBF7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7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B3F2-0113-8215-7066-0D36C83E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557BD-FA39-856F-2121-D84F7439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6AFBA-1901-287C-29E0-8A7B3C8F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12B86-57B2-024D-5F8E-CAED0AC9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64BA14-01AA-0DE0-05C9-17EA2D80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70CA6-200A-9ED1-5C90-6A73F164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ED629-4FA7-1287-82B0-DA6CBDBB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5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8385F-1656-72CF-80BA-62CBCE6B4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E425D-9289-1ECD-598D-9965D4532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BD0F9-6304-C972-E49A-BF896484D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E153E-203C-0B03-C292-77E72A67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0F45E-731F-47F8-04EF-20EBC2A0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F8ADD-9D3A-4B23-F574-95BC6A06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3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3886-B72F-1C71-4B96-4355B26D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F5391-7B47-8917-5DAE-F239E3EEE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438AD-5C69-DD7D-E8EF-DBB01592D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2019A-4295-D09F-A1B4-619DAE31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25391-DB95-9189-E487-8C662091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46A8B-FD87-406F-2CE0-E70C50D3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6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6BC6E-BED8-E3E0-9E26-80EC31D8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C6F35-9478-5728-0BFB-73978ED1E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498EF-39EE-6853-6EAA-696D99A1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BB995-1A42-E07D-2320-473F47E2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A33E8-2535-8101-A409-3DDD971B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9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AD64F-75DE-B6A1-CB3C-B34C711F3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1DC7F-0DFF-9427-D030-584FCBBFB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C879E-9272-132F-4ECE-66E7F9E4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11CF9-22AE-95A0-45BF-3421DE842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E482E-48EA-5A5A-8468-1BBBD6F6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5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CFAA7-D609-41FB-6300-30DE7840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E0C7B-6A58-898A-7208-9DD1371F8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C816E-E0AE-E6DA-4DE9-A432D2975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7CA8D-7759-4184-AF8C-A3C77124F79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7BAA7-81D6-3C31-C738-5BB858C44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3ABF-CA4F-89F1-7804-13F6EF86C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4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7F78-8664-900D-5A9C-741C9B2D8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Quantum Simulation: Adiabatic Hamiltonian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7F9E7-CAA5-BFF8-B3FB-07051CCE94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32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BC92-2B85-4A9D-314C-753DE658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4AD6F-0CA3-F573-6BFA-843AEC9FA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469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Hamiltonian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Problem Classes</a:t>
            </a:r>
          </a:p>
          <a:p>
            <a:r>
              <a:rPr lang="en-US" dirty="0"/>
              <a:t>Adiabatic Computation</a:t>
            </a:r>
          </a:p>
          <a:p>
            <a:r>
              <a:rPr lang="en-US" dirty="0"/>
              <a:t>Worked Example</a:t>
            </a:r>
          </a:p>
          <a:p>
            <a:r>
              <a:rPr lang="en-US" dirty="0" err="1"/>
              <a:t>Qiskit</a:t>
            </a:r>
            <a:r>
              <a:rPr lang="en-US" dirty="0"/>
              <a:t> implementation</a:t>
            </a:r>
          </a:p>
          <a:p>
            <a:r>
              <a:rPr lang="en-US" dirty="0"/>
              <a:t>Challenges</a:t>
            </a:r>
          </a:p>
          <a:p>
            <a:r>
              <a:rPr lang="en-US" dirty="0"/>
              <a:t>Complexity</a:t>
            </a:r>
          </a:p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58796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E6DD-B465-5969-0C02-F131A13B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Quantum Simulation and a 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78AAB-B69F-6B53-FC5C-C10E4FF16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Model</a:t>
            </a:r>
          </a:p>
          <a:p>
            <a:r>
              <a:rPr lang="en-US" dirty="0"/>
              <a:t>Hamiltonian </a:t>
            </a:r>
          </a:p>
          <a:p>
            <a:r>
              <a:rPr lang="en-US" dirty="0"/>
              <a:t>The problem classes</a:t>
            </a:r>
          </a:p>
          <a:p>
            <a:r>
              <a:rPr lang="en-US" dirty="0"/>
              <a:t>Implementation method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2D2608-0109-F1FA-FC04-17F14C3F6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78350"/>
            <a:ext cx="98202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6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7263-3866-3A0D-B425-7DF1626D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A0D5-B9F4-BCEE-91F9-48171214E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Dynamics or Statics?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2E4D1-7376-71DF-FD8F-B452D7ADA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99" y="2827144"/>
            <a:ext cx="7938655" cy="277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C213-AB81-F905-0EB4-212B09DD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Ground-state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D77E3-249C-D403-4453-1F82773B7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it is important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D2BD-97E9-C6BE-C42F-2BE4EDA4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Method: Adiabatic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A0F1-FEE6-5A5C-D38F-337D9B11E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Problem Scope: </a:t>
            </a:r>
          </a:p>
          <a:p>
            <a:endParaRPr lang="en-US" dirty="0"/>
          </a:p>
          <a:p>
            <a:r>
              <a:rPr lang="en-US" sz="2400" dirty="0"/>
              <a:t>Gaps, runtime and complexity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5E65B-CF0A-A796-7D08-74FE89F6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420" y="1550344"/>
            <a:ext cx="6588643" cy="469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552DF6-A81B-9A2F-202C-F3BE4E01B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214" y="2940684"/>
            <a:ext cx="5781586" cy="3379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021E3-3357-7CC5-5589-C3E1339A5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198" y="2078174"/>
            <a:ext cx="2853264" cy="650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04FA72-D3F4-FDC1-5923-EB890F271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876" y="5068212"/>
            <a:ext cx="1806331" cy="47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0A3A-CE7C-9C74-3A7C-B042F0A6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Ising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13609-7E52-B586-7B92-7F9D31982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Drive Hamiltonian : </a:t>
            </a:r>
            <a:r>
              <a:rPr lang="en-US" dirty="0" err="1"/>
              <a:t>H_b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Problem Hamiltonian: </a:t>
            </a:r>
            <a:r>
              <a:rPr lang="en-US" dirty="0" err="1"/>
              <a:t>H_p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88D3B-E839-1E03-D447-DD932C446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2702069"/>
            <a:ext cx="3933825" cy="428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9A4141-4FB6-69BD-2661-E6D41FC5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59" y="4045094"/>
            <a:ext cx="5762625" cy="438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3B7C71-C73D-B714-484D-E6A7E9FA0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662" y="5067156"/>
            <a:ext cx="585787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83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510A-6AA9-6B8B-42D8-2BC8D8A9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Adiabatic computation for </a:t>
            </a:r>
            <a:r>
              <a:rPr lang="en-US" dirty="0" err="1"/>
              <a:t>Ising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89AF9-AEEA-9C6F-796C-C5CBE82C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F6900-AFBE-4D2C-AAAF-327CFA2F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050" y="2205038"/>
            <a:ext cx="3009900" cy="3971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429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C9D2-DB7A-EF6E-6380-5A1ED6D6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</a:t>
            </a:r>
            <a:r>
              <a:rPr lang="en-US" dirty="0" err="1"/>
              <a:t>implemention</a:t>
            </a:r>
            <a:r>
              <a:rPr lang="en-US" dirty="0"/>
              <a:t> for </a:t>
            </a:r>
            <a:r>
              <a:rPr lang="en-US" dirty="0" err="1"/>
              <a:t>Ising</a:t>
            </a:r>
            <a:r>
              <a:rPr lang="en-US" dirty="0"/>
              <a:t>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2BDB70-FD48-A0EE-277B-1AB0E4CB8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582" y="4107023"/>
            <a:ext cx="7520420" cy="283367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D1F7B8-5706-674F-718F-32D6B6D33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46" y="1455162"/>
            <a:ext cx="5784272" cy="2484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2185D2-326B-29E1-C0A6-9851C5954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386" y="1690688"/>
            <a:ext cx="4688845" cy="196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32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2165-D8E0-5031-DC45-2F60F85B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79D186-B878-DB23-D43F-FA193094EB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6915"/>
            <a:ext cx="358623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instantaneous gap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gap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avoided crossing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symmetry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meanings of required time </a:t>
            </a:r>
          </a:p>
        </p:txBody>
      </p:sp>
    </p:spTree>
    <p:extLst>
      <p:ext uri="{BB962C8B-B14F-4D97-AF65-F5344CB8AC3E}">
        <p14:creationId xmlns:p14="http://schemas.microsoft.com/office/powerpoint/2010/main" val="1786286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BCF9-B143-5051-11E7-F9D60F18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with System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FD76-C62E-659D-C71A-6A5B4AAE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CC239-DA59-CBC3-59F5-7E2BE422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8794687" cy="159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A248B5-254A-CDCC-082F-3D30BD89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914" y="3527893"/>
            <a:ext cx="4353855" cy="29559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7525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F420-D02E-D9D1-80C8-D06E12AF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size and complexity </a:t>
            </a:r>
            <a:r>
              <a:rPr lang="en-US" dirty="0" err="1"/>
              <a:t>pararameters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250F81-CB35-A6E0-D08F-A1382C8BE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6237" y="3170384"/>
            <a:ext cx="3819525" cy="120967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3C1065-1822-F93F-8851-8FA4E3088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699" y="1690688"/>
            <a:ext cx="1831366" cy="139368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0D4E61-3A32-5D7D-355C-7C3749EDE54E}"/>
              </a:ext>
            </a:extLst>
          </p:cNvPr>
          <p:cNvCxnSpPr/>
          <p:nvPr/>
        </p:nvCxnSpPr>
        <p:spPr>
          <a:xfrm>
            <a:off x="3352800" y="3127376"/>
            <a:ext cx="52231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11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D37A-98B9-ABEB-64A0-96729807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time: s(t)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1C86C-C2EB-E9B5-81C1-EA8F88008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or nonlinear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EA785-545A-F6E1-03D4-7C237A3C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330" y="2541010"/>
            <a:ext cx="3371850" cy="3133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424078-A66E-1AE8-87CF-DFE5AB359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090" y="2617210"/>
            <a:ext cx="10191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61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117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Quantum Simulation: Adiabatic Hamiltonian</vt:lpstr>
      <vt:lpstr>Contents</vt:lpstr>
      <vt:lpstr>About Quantum Simulation and a physical model</vt:lpstr>
      <vt:lpstr>Choose Question</vt:lpstr>
      <vt:lpstr>Ground-state problem</vt:lpstr>
      <vt:lpstr>Method: Adiabatic approach</vt:lpstr>
      <vt:lpstr>Example: Ising model</vt:lpstr>
      <vt:lpstr>Adiabatic computation for Ising model</vt:lpstr>
      <vt:lpstr>Qiskit implemention for Ising model</vt:lpstr>
      <vt:lpstr>Gaps</vt:lpstr>
      <vt:lpstr>Scaling with System Size</vt:lpstr>
      <vt:lpstr>Scaling size and complexity pararameters</vt:lpstr>
      <vt:lpstr>Scheduling time: s(t)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Sh</dc:creator>
  <cp:lastModifiedBy>Ahmad Sh</cp:lastModifiedBy>
  <cp:revision>6</cp:revision>
  <dcterms:created xsi:type="dcterms:W3CDTF">2026-10-05T08:39:26Z</dcterms:created>
  <dcterms:modified xsi:type="dcterms:W3CDTF">2026-10-05T12:19:52Z</dcterms:modified>
</cp:coreProperties>
</file>