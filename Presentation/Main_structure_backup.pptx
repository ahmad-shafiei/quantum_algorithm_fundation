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6" r:id="rId6"/>
    <p:sldId id="259" r:id="rId7"/>
    <p:sldId id="261" r:id="rId8"/>
    <p:sldId id="267" r:id="rId9"/>
    <p:sldId id="262" r:id="rId10"/>
    <p:sldId id="268" r:id="rId11"/>
    <p:sldId id="263" r:id="rId12"/>
    <p:sldId id="264" r:id="rId13"/>
    <p:sldId id="26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5A7A6-0DE6-A999-6676-9DA6780BFC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87AB2C-6627-6926-E53F-6540E3EA94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FADDA7-2807-AF92-33D8-B2F5EF107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7CA8D-7759-4184-AF8C-A3C77124F79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ADBA07-3713-A0B8-CDC6-8B9008093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8580FE-ED58-225B-72FA-4C7AEED84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7EBDF-1F8A-4B1C-B15A-81B8638C1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141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82FA1-E298-5900-3424-38C523CBC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E6811-2E4C-8DEF-8D36-1CBC67DACD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78F7B6-CD10-0110-6F9C-DCFF8EBA0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7CA8D-7759-4184-AF8C-A3C77124F79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3190C5-329A-38D4-6978-70EF2CD98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501BD5-4B2A-1AA1-2F96-ECB7AC684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7EBDF-1F8A-4B1C-B15A-81B8638C1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489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CE3CE-8124-5311-379D-86B6E86A1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FF2697-ABF4-FD19-5800-FC53F1E3A9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3BC825-AC90-51CF-3478-48747B1A8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7CA8D-7759-4184-AF8C-A3C77124F79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A2512-9E4A-A930-3C97-7CE5D2E9D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AAC387-0039-9440-0816-631E9844F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7EBDF-1F8A-4B1C-B15A-81B8638C1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7092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C7D74-3DBC-270D-ED4E-84B48AB7F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6DF738-E4D4-AC7B-8A3F-9F988172D5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857CFB-CF10-7A8F-D10E-1C95AC7224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CDBCE4-DBE5-A287-E512-5B3074D5E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7CA8D-7759-4184-AF8C-A3C77124F79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35B0C1-0DCE-6199-90AF-D677F9DC5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72F21D-F139-3B06-465A-AEDB41BDF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7EBDF-1F8A-4B1C-B15A-81B8638C1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851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BD897-08F3-CA40-6B36-4E2BC8847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089D39-821C-3B81-A921-66833C2990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3F2BB4-8132-7EBB-E283-2F20E5539F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EADA7A-AB6C-37B0-B88B-938F8E7757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50D062-A601-97B9-C518-3CA7E1D39C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FB9EE9-F281-B3B0-2908-974AC4068C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7CA8D-7759-4184-AF8C-A3C77124F79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E5BCE5-8E6B-010B-57F7-E6B95EDDF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E35441-1CC4-E95A-C7C1-0C9FEBF74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7EBDF-1F8A-4B1C-B15A-81B8638C1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7787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3B3F2-0113-8215-7066-0D36C83E1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6557BD-FA39-856F-2121-D84F7439E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7CA8D-7759-4184-AF8C-A3C77124F79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B6AFBA-1901-287C-29E0-8A7B3C8F6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712B86-57B2-024D-5F8E-CAED0AC9A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7EBDF-1F8A-4B1C-B15A-81B8638C1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8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64BA14-01AA-0DE0-05C9-17EA2D800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7CA8D-7759-4184-AF8C-A3C77124F79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870CA6-200A-9ED1-5C90-6A73F164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EED629-4FA7-1287-82B0-DA6CBDBB2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7EBDF-1F8A-4B1C-B15A-81B8638C1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353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8385F-1656-72CF-80BA-62CBCE6B46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EE425D-9289-1ECD-598D-9965D45321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EBD0F9-6304-C972-E49A-BF896484DC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5E153E-203C-0B03-C292-77E72A67B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7CA8D-7759-4184-AF8C-A3C77124F79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C0F45E-731F-47F8-04EF-20EBC2A036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DF8ADD-9D3A-4B23-F574-95BC6A064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7EBDF-1F8A-4B1C-B15A-81B8638C1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8334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333886-B72F-1C71-4B96-4355B26DE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3F5391-7B47-8917-5DAE-F239E3EEEB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9438AD-5C69-DD7D-E8EF-DBB01592D9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02019A-4295-D09F-A1B4-619DAE31B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7CA8D-7759-4184-AF8C-A3C77124F79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B25391-DB95-9189-E487-8C662091C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E46A8B-FD87-406F-2CE0-E70C50D3E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7EBDF-1F8A-4B1C-B15A-81B8638C1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6643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6BC6E-BED8-E3E0-9E26-80EC31D85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EC6F35-9478-5728-0BFB-73978ED1EE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0498EF-39EE-6853-6EAA-696D99A14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7CA8D-7759-4184-AF8C-A3C77124F79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9BB995-1A42-E07D-2320-473F47E2A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3A33E8-2535-8101-A409-3DDD971B9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7EBDF-1F8A-4B1C-B15A-81B8638C1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996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BAD64F-75DE-B6A1-CB3C-B34C711F3D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21DC7F-0DFF-9427-D030-584FCBBFB3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DC879E-9272-132F-4ECE-66E7F9E4F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7CA8D-7759-4184-AF8C-A3C77124F79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711CF9-22AE-95A0-45BF-3421DE842B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FE482E-48EA-5A5A-8468-1BBBD6F65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7EBDF-1F8A-4B1C-B15A-81B8638C1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2553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4FCFAA7-D609-41FB-6300-30DE7840D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AE0C7B-6A58-898A-7208-9DD1371F84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DC816E-E0AE-E6DA-4DE9-A432D29757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A7CA8D-7759-4184-AF8C-A3C77124F79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7BAA7-81D6-3C31-C738-5BB858C448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D83ABF-CA4F-89F1-7804-13F6EF86C3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27EBDF-1F8A-4B1C-B15A-81B8638C18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543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97F78-8664-900D-5A9C-741C9B2D81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Quantum Simulation: Adiabatic Hamiltonian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77F9E7-CAA5-BFF8-B3FB-07051CCE94B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1326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EBBC92-2B85-4A9D-314C-753DE6583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4AD6F-0CA3-F573-6BFA-843AEC9FAA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4699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Introduction</a:t>
            </a:r>
          </a:p>
          <a:p>
            <a:r>
              <a:rPr lang="en-US" dirty="0"/>
              <a:t>Hamiltonian</a:t>
            </a:r>
          </a:p>
          <a:p>
            <a:r>
              <a:rPr lang="en-US" dirty="0"/>
              <a:t>Examples</a:t>
            </a:r>
          </a:p>
          <a:p>
            <a:r>
              <a:rPr lang="en-US" dirty="0"/>
              <a:t>Problem Classes</a:t>
            </a:r>
          </a:p>
          <a:p>
            <a:r>
              <a:rPr lang="en-US" dirty="0"/>
              <a:t>Adiabatic Computation</a:t>
            </a:r>
          </a:p>
          <a:p>
            <a:r>
              <a:rPr lang="en-US" dirty="0"/>
              <a:t>Worked Example</a:t>
            </a:r>
          </a:p>
          <a:p>
            <a:r>
              <a:rPr lang="en-US" dirty="0" err="1"/>
              <a:t>Qiskit</a:t>
            </a:r>
            <a:r>
              <a:rPr lang="en-US" dirty="0"/>
              <a:t> implementation</a:t>
            </a:r>
          </a:p>
          <a:p>
            <a:r>
              <a:rPr lang="en-US" dirty="0"/>
              <a:t>Challenges</a:t>
            </a:r>
          </a:p>
          <a:p>
            <a:r>
              <a:rPr lang="en-US" dirty="0"/>
              <a:t>Complexity</a:t>
            </a:r>
          </a:p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5879658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5E6DD-B465-5969-0C02-F131A13BF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Quantum Simulation and a physical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C78AAB-B69F-6B53-FC5C-C10E4FF160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Physical Model</a:t>
            </a:r>
          </a:p>
          <a:p>
            <a:r>
              <a:rPr lang="en-US" dirty="0"/>
              <a:t>Hamiltonian </a:t>
            </a:r>
          </a:p>
          <a:p>
            <a:r>
              <a:rPr lang="en-US" dirty="0"/>
              <a:t>The problem classes</a:t>
            </a:r>
          </a:p>
          <a:p>
            <a:r>
              <a:rPr lang="en-US" dirty="0"/>
              <a:t>Implementation method</a:t>
            </a:r>
          </a:p>
        </p:txBody>
      </p:sp>
    </p:spTree>
    <p:extLst>
      <p:ext uri="{BB962C8B-B14F-4D97-AF65-F5344CB8AC3E}">
        <p14:creationId xmlns:p14="http://schemas.microsoft.com/office/powerpoint/2010/main" val="41624639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A7263-3866-3A0D-B425-7DF1626DC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Choose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7A0D5-B9F4-BCEE-91F9-48171214ED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Dynamics or Statics?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D2E4D1-7376-71DF-FD8F-B452D7ADAE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399" y="2827144"/>
            <a:ext cx="7938655" cy="2770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06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DC213-AB81-F905-0EB4-212B09DD1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Ground-state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D77E3-249C-D403-4453-1F82773B76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Why it is important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16616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AD2BD-97E9-C6BE-C42F-2BE4EDA42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Method: Adiabatic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A1A0F1-FEE6-5A5C-D38F-337D9B11E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Problem Scope: </a:t>
            </a:r>
          </a:p>
          <a:p>
            <a:endParaRPr lang="en-US" dirty="0"/>
          </a:p>
          <a:p>
            <a:r>
              <a:rPr lang="en-US" sz="2400" dirty="0"/>
              <a:t>Gaps, runtime and complexity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35E65B-CF0A-A796-7D08-74FE89F69E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420" y="1550344"/>
            <a:ext cx="6588643" cy="46975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552DF6-A81B-9A2F-202C-F3BE4E01BD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2214" y="2940684"/>
            <a:ext cx="5781586" cy="33797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70021E3-3357-7CC5-5589-C3E1339A51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3198" y="2078174"/>
            <a:ext cx="2853264" cy="65023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304FA72-D3F4-FDC1-5923-EB890F271B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8876" y="5068212"/>
            <a:ext cx="1806331" cy="478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111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10A3A-CE7C-9C74-3A7C-B042F0A62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 err="1"/>
              <a:t>Ising</a:t>
            </a:r>
            <a:r>
              <a:rPr lang="en-US" dirty="0"/>
              <a:t>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413609-7E52-B586-7B92-7F9D319827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Drive Hamiltonian : </a:t>
            </a:r>
            <a:r>
              <a:rPr lang="en-US" dirty="0" err="1"/>
              <a:t>H_b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Problem Hamiltonian: </a:t>
            </a:r>
            <a:r>
              <a:rPr lang="en-US" dirty="0" err="1"/>
              <a:t>H_p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188D3B-E839-1E03-D447-DD932C4461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2175" y="2702069"/>
            <a:ext cx="3933825" cy="4286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C9A4141-4FB6-69BD-2661-E6D41FC5CA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4759" y="4045094"/>
            <a:ext cx="5762625" cy="4381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C3B7C71-C73D-B714-484D-E6A7E9FA0E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0662" y="5067156"/>
            <a:ext cx="5857875" cy="144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6839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510A-6AA9-6B8B-42D8-2BC8D8A9D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Adiabatic computation for </a:t>
            </a:r>
            <a:r>
              <a:rPr lang="en-US" dirty="0" err="1"/>
              <a:t>Ising</a:t>
            </a:r>
            <a:r>
              <a:rPr lang="en-US" dirty="0"/>
              <a:t>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89AF9-AEEA-9C6F-796C-C5CBE82C25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1F6900-AFBE-4D2C-AAAF-327CFA2F28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1050" y="2205038"/>
            <a:ext cx="3009900" cy="397192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242931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BC9D2-DB7A-EF6E-6380-5A1ED6D62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Qiskit</a:t>
            </a:r>
            <a:r>
              <a:rPr lang="en-US" dirty="0"/>
              <a:t> </a:t>
            </a:r>
            <a:r>
              <a:rPr lang="en-US" dirty="0" err="1"/>
              <a:t>implemention</a:t>
            </a:r>
            <a:r>
              <a:rPr lang="en-US" dirty="0"/>
              <a:t> for </a:t>
            </a:r>
            <a:r>
              <a:rPr lang="en-US" dirty="0" err="1"/>
              <a:t>Ising</a:t>
            </a:r>
            <a:r>
              <a:rPr lang="en-US" dirty="0"/>
              <a:t> model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32BDB70-FD48-A0EE-277B-1AB0E4CB8C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30582" y="4107023"/>
            <a:ext cx="7520420" cy="2833670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D1F7B8-5706-674F-718F-32D6B6D333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546" y="1455162"/>
            <a:ext cx="5784272" cy="24845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62185D2-326B-29E1-C0A6-9851C5954E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4386" y="1690688"/>
            <a:ext cx="4688845" cy="1965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3320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C2165-D8E0-5031-DC45-2F60F85B9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Gaps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A79D186-B878-DB23-D43F-FA193094EB8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786915"/>
            <a:ext cx="3586238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instantaneous gap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minimum gap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avoided crossing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symmetry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three meanings of required time </a:t>
            </a:r>
          </a:p>
        </p:txBody>
      </p:sp>
    </p:spTree>
    <p:extLst>
      <p:ext uri="{BB962C8B-B14F-4D97-AF65-F5344CB8AC3E}">
        <p14:creationId xmlns:p14="http://schemas.microsoft.com/office/powerpoint/2010/main" val="17862868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5BCF9-B143-5051-11E7-F9D60F18D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Scaling with System Size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EFFD76-C62E-659D-C71A-6A5B4AAEC1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3CC239-DA59-CBC3-59F5-7E2BE422F6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6"/>
            <a:ext cx="8794687" cy="15965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A248B5-254A-CDCC-082F-3D30BD89B0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8914" y="3527893"/>
            <a:ext cx="4353855" cy="295596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175254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4F420-D02E-D9D1-80C8-D06E12AFE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Scaling size and complexity </a:t>
            </a:r>
            <a:r>
              <a:rPr lang="en-US" dirty="0" err="1"/>
              <a:t>pararameters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0250F81-CB35-A6E0-D08F-A1382C8BE5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86237" y="3170384"/>
            <a:ext cx="3819525" cy="1209675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3C1065-1822-F93F-8851-8FA4E30884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8699" y="1690688"/>
            <a:ext cx="1831366" cy="1393681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70D4E61-3A32-5D7D-355C-7C3749EDE54E}"/>
              </a:ext>
            </a:extLst>
          </p:cNvPr>
          <p:cNvCxnSpPr/>
          <p:nvPr/>
        </p:nvCxnSpPr>
        <p:spPr>
          <a:xfrm>
            <a:off x="3352800" y="3127376"/>
            <a:ext cx="522316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2113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CD37A-98B9-ABEB-64A0-967298078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Scheduling time: s(t)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D1C86C-C2EB-E9B5-81C1-EA8F880085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Linear or nonlinear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FEA785-545A-F6E1-03D4-7C237A3CB3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6330" y="2541010"/>
            <a:ext cx="3371850" cy="313372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424078-A66E-1AE8-87CF-DFE5AB3594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8090" y="2617210"/>
            <a:ext cx="1019175" cy="57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561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</TotalTime>
  <Words>117</Words>
  <Application>Microsoft Office PowerPoint</Application>
  <PresentationFormat>Widescreen</PresentationFormat>
  <Paragraphs>43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Quantum Simulation: Adiabatic Hamiltonian</vt:lpstr>
      <vt:lpstr>Contents</vt:lpstr>
      <vt:lpstr>About Quantum Simulation and a physical model</vt:lpstr>
      <vt:lpstr>Choose Question</vt:lpstr>
      <vt:lpstr>Ground-state problem</vt:lpstr>
      <vt:lpstr>Method: Adiabatic approach</vt:lpstr>
      <vt:lpstr>Example: Ising model</vt:lpstr>
      <vt:lpstr>Adiabatic computation for Ising model</vt:lpstr>
      <vt:lpstr>Qiskit implemention for Ising model</vt:lpstr>
      <vt:lpstr>Gaps</vt:lpstr>
      <vt:lpstr>Scaling with System Size</vt:lpstr>
      <vt:lpstr>Scaling size and complexity pararameters</vt:lpstr>
      <vt:lpstr>Scheduling time: s(t)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Ahmad Sh</dc:creator>
  <cp:lastModifiedBy>Ahmad Sh</cp:lastModifiedBy>
  <cp:revision>7</cp:revision>
  <dcterms:created xsi:type="dcterms:W3CDTF">2026-10-05T08:39:26Z</dcterms:created>
  <dcterms:modified xsi:type="dcterms:W3CDTF">2026-10-05T12:24:17Z</dcterms:modified>
</cp:coreProperties>
</file>