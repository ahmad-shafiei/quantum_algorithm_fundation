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8CC5-DFBD-FD9F-F66E-4856F4FC1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1AF7F-29DE-1488-E691-7746910A9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BB7C5-3028-DAEF-D676-42F52F5C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F556-ADDE-8563-48B5-CFF07520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9725C-094B-53FC-BE45-7D1A78F0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9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8E71-F1CA-79C1-5F49-F4DFC72B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84CD-6CB5-1C64-7929-D2B01997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B218F-EB2E-1FDE-6121-DC6D0071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11D3D-540B-519F-CBC8-C9923D9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42AB8-5DE6-36EE-E701-838A81B2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5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D947-C1AE-2AD6-6D52-5540F936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EE57E-D056-4911-9AAD-F425C39BD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56057-8301-B817-1E7F-0D15B222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A726A-8973-0A3A-FAD8-6E854D63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7C8DB-01F7-C947-3BDD-84A7C60F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3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8314-AF33-5E4D-061D-2C2DE178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DC61-D341-5119-CAEA-9829D20E1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77EFC-713E-B82C-4A6F-CD3B5BAD2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446F0-5B74-6E66-D437-8153FBCD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11400-7D32-BB45-3C9A-26BB4412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E72E0-D874-ACCC-7996-FF84CB3E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1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B13F-499A-D7BB-F9BE-E023621A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999A3-C3C1-E85D-4525-4C2BE5C8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0B0BE-AB82-4E11-9191-20A9009C5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E3276-CB49-889A-56FD-5D3549CD3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1205E1-7F86-91CB-403C-8B44DECEC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1CD7C-981D-1AA0-B403-7C0C5873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B17EB-5028-B9A4-8925-B699569A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4E638-31D3-34D5-ADE9-0680BCE0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9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E4FF-4B3F-41CC-9D43-383D26CE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5897A-AF86-96C5-8454-3E0F82FA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9C717-6014-E1CB-A1F5-F67F6636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E13B1-326C-5DC4-1EDD-39B13F00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0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AE9B4-021B-1636-E220-64DC0BD7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BBB19E-A778-4E78-B2C2-F28390FD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46034-07B4-1AC5-32B0-6B2D02FC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2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1EEF-D375-FAD0-8694-598A1722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0BFC0-76D2-F853-1FA4-12EB6B6DE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C57BF-561F-2B6B-D484-6EEFEDE47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6BA78-8096-CD9F-3B89-32F54309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CDCD1-24CB-D261-9B82-28F24C68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CA9C6-04D5-B324-4BF0-977B8EF4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7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AAE5-2364-EB58-8FE9-041DAF18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B8008-3D07-0137-9CD3-E139CAD72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2716C-FEBC-5AF0-AE24-A5ED6D808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B9F6B-C3B0-53F4-F72D-7A3EBF09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9D24A-BC5C-5066-3401-B103D9A1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56BA7-CF63-FB0F-E7C4-E15BB224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6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8BDC-FE3A-5C4C-5E12-AEA91034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095C0-44D8-C31E-FA7E-A806DB88C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B5F25-F59E-6EF6-D74C-0F88D2DAD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9AFA7-F9FD-AFFD-F2CC-4F80B220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64EEF-D91E-33A7-6212-ADCB8866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80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8AC748-A102-DAF3-B09A-6E595C28B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62339-264B-4ED3-4607-8F1EB51DF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D0F16-7778-34AC-1CBF-3FB73C50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A7088-700A-180E-B98F-8C975907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FB847-5D4B-4224-D302-762E35C8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44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CA50-35A0-DAE5-DEC3-2E8968FC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D1A63-6173-4022-F96E-88132EFB1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CB64-8B84-AD95-B3A8-4ECB8F43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7C690-11A1-BD77-4214-E0B3E0B5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2855E-AED0-A223-18F3-E3686A70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9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BB360-E227-3688-89CE-0723E8EF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7B591-3235-225E-C29A-F9A5F4384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D5059-BB3D-2A29-941E-DB4EF5E74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2F80B-DED9-44ED-BED2-0AD5328E7AF5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7BE38-6055-5C01-1955-EE9F60DD7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60558-941C-94C5-9F79-7C0E627A5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7882E-9320-4C68-AE5C-2123E4084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4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B408-5DDD-03F4-8B6B-5821E8D6CF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Simulation: Adiabatic Hamiltonian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D9B73-6A89-9A75-12D0-463F305FFC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Ground states, Ising paths, and digital adiabatic methods</a:t>
            </a:r>
          </a:p>
        </p:txBody>
      </p:sp>
    </p:spTree>
    <p:extLst>
      <p:ext uri="{BB962C8B-B14F-4D97-AF65-F5344CB8AC3E}">
        <p14:creationId xmlns:p14="http://schemas.microsoft.com/office/powerpoint/2010/main" val="150107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3A06-C7BC-1ECB-1A0D-3AAEE332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67AF1-D932-062A-8AF7-CACAF0A5A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1. Introduction and roadmap</a:t>
            </a:r>
          </a:p>
          <a:p>
            <a:r>
              <a:rPr lang="en-US"/>
              <a:t>2. Algorithms and layers</a:t>
            </a:r>
          </a:p>
          <a:p>
            <a:r>
              <a:rPr lang="en-US"/>
              <a:t>3. From physics to Hamiltonians</a:t>
            </a:r>
          </a:p>
          <a:p>
            <a:r>
              <a:rPr lang="en-US"/>
              <a:t>4. Static vs dynamic; ground-state problems</a:t>
            </a:r>
          </a:p>
          <a:p>
            <a:r>
              <a:rPr lang="en-US"/>
              <a:t>5. Adiabatic computation</a:t>
            </a:r>
          </a:p>
          <a:p>
            <a:r>
              <a:rPr lang="en-US"/>
              <a:t>6. Worked example: 2-qubit Ising</a:t>
            </a:r>
          </a:p>
          <a:p>
            <a:r>
              <a:rPr lang="en-US"/>
              <a:t>7. Qiskit implementation</a:t>
            </a:r>
          </a:p>
          <a:p>
            <a:r>
              <a:rPr lang="en-US"/>
              <a:t>8. Gap, scheduling, and required time</a:t>
            </a:r>
          </a:p>
          <a:p>
            <a:r>
              <a:rPr lang="en-US"/>
              <a:t>9. Complexity and scaling</a:t>
            </a:r>
          </a:p>
          <a:p>
            <a:r>
              <a:rPr lang="en-US"/>
              <a:t>10. Challenges and summary</a:t>
            </a:r>
          </a:p>
        </p:txBody>
      </p:sp>
    </p:spTree>
    <p:extLst>
      <p:ext uri="{BB962C8B-B14F-4D97-AF65-F5344CB8AC3E}">
        <p14:creationId xmlns:p14="http://schemas.microsoft.com/office/powerpoint/2010/main" val="329709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ACA2-7315-5FA0-8EB0-F15FE995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98C5-84A0-BC40-5CDD-A71BC5FA4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Quantum simulation turns a physical model into a computational task</a:t>
            </a:r>
          </a:p>
          <a:p>
            <a:r>
              <a:rPr lang="en-US"/>
              <a:t>Shared language: algorithms, Hamiltonians, methods</a:t>
            </a:r>
          </a:p>
          <a:p>
            <a:r>
              <a:rPr lang="en-US"/>
              <a:t>Focus: adiabatic paths for ground-state problems</a:t>
            </a:r>
          </a:p>
          <a:p>
            <a:r>
              <a:rPr lang="en-US"/>
              <a:t>Worked Ising example + Qiskit for intuition</a:t>
            </a:r>
          </a:p>
        </p:txBody>
      </p:sp>
    </p:spTree>
    <p:extLst>
      <p:ext uri="{BB962C8B-B14F-4D97-AF65-F5344CB8AC3E}">
        <p14:creationId xmlns:p14="http://schemas.microsoft.com/office/powerpoint/2010/main" val="348765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AE4F-B2E7-2F0E-B6E0-E019A9EA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C04CF-0159-52E4-21D3-6282EF4D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Algorithms -&gt; Physics to H -&gt; Static/dynamic</a:t>
            </a:r>
          </a:p>
          <a:p>
            <a:r>
              <a:rPr lang="en-US"/>
              <a:t>-&gt; Adiabatic path -&gt; Ising example -&gt; Qiskit</a:t>
            </a:r>
          </a:p>
          <a:p>
            <a:r>
              <a:rPr lang="en-US"/>
              <a:t>-&gt; Gap and T -&gt; Complexity</a:t>
            </a:r>
          </a:p>
          <a:p>
            <a:r>
              <a:rPr lang="en-US"/>
              <a:t>Deep dive on adiabatic ground-state computation</a:t>
            </a:r>
          </a:p>
        </p:txBody>
      </p:sp>
    </p:spTree>
    <p:extLst>
      <p:ext uri="{BB962C8B-B14F-4D97-AF65-F5344CB8AC3E}">
        <p14:creationId xmlns:p14="http://schemas.microsoft.com/office/powerpoint/2010/main" val="3409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A506-7E0D-5E36-0823-1278EA1D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619F0-F430-1542-4CCA-99385C0A0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Algorithm: research question</a:t>
            </a:r>
          </a:p>
          <a:p>
            <a:r>
              <a:rPr lang="en-US"/>
              <a:t>Simulation: model and Hamiltonian H</a:t>
            </a:r>
          </a:p>
          <a:p>
            <a:r>
              <a:rPr lang="en-US"/>
              <a:t>Tools: Trotter, adiabatic, VQE, ...</a:t>
            </a:r>
          </a:p>
          <a:p>
            <a:r>
              <a:rPr lang="en-US"/>
              <a:t>Path: question -&gt; H -&gt; method</a:t>
            </a:r>
          </a:p>
        </p:txBody>
      </p:sp>
    </p:spTree>
    <p:extLst>
      <p:ext uri="{BB962C8B-B14F-4D97-AF65-F5344CB8AC3E}">
        <p14:creationId xmlns:p14="http://schemas.microsoft.com/office/powerpoint/2010/main" val="20608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E86A-E8B3-1377-DA83-0C7D0E97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Physics to Hamiltonian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D34DF-56EF-4E3B-9A08-FA2202230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Physical problem -&gt; idealized model</a:t>
            </a:r>
          </a:p>
          <a:p>
            <a:r>
              <a:rPr lang="en-US"/>
              <a:t>Keep degrees of freedom -&gt; Hamiltonian H</a:t>
            </a:r>
          </a:p>
          <a:p>
            <a:r>
              <a:rPr lang="en-US"/>
              <a:t>Then choose the question: static vs dynamic</a:t>
            </a:r>
          </a:p>
          <a:p>
            <a:r>
              <a:rPr lang="en-US"/>
              <a:t>Fix H before choosing a method</a:t>
            </a:r>
          </a:p>
        </p:txBody>
      </p:sp>
    </p:spTree>
    <p:extLst>
      <p:ext uri="{BB962C8B-B14F-4D97-AF65-F5344CB8AC3E}">
        <p14:creationId xmlns:p14="http://schemas.microsoft.com/office/powerpoint/2010/main" val="305014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7E05-550E-829B-18DA-2DF90020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Dynamics or Statics?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2FADE-E23A-A9B0-7E45-243E9B2CE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Dynamics: U(t)=exp(-</a:t>
            </a:r>
            <a:r>
              <a:rPr lang="en-US" sz="1400" dirty="0" err="1"/>
              <a:t>iHt</a:t>
            </a:r>
            <a:r>
              <a:rPr lang="en-US" sz="1400" dirty="0"/>
              <a:t>); quench, transport</a:t>
            </a:r>
          </a:p>
          <a:p>
            <a:r>
              <a:rPr lang="en-US" sz="1400" dirty="0"/>
              <a:t>Static / spectral: ground state, gap, eigenvalues</a:t>
            </a:r>
          </a:p>
          <a:p>
            <a:r>
              <a:rPr lang="en-US" sz="1400" dirty="0"/>
              <a:t>This talk follows the static / ground-state branch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30CD2-965F-C9B4-CEFF-215ECC1B54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617" y="1047750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1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A115-FC8F-D625-2818-84872DE40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Ground-State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C31CA-DDD0-2860-88E0-1C7A916E1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Lowest-energy configuration of physical models</a:t>
            </a:r>
          </a:p>
          <a:p>
            <a:r>
              <a:rPr lang="en-US"/>
              <a:t>Many optimization tasks map to Ising / QUBO</a:t>
            </a:r>
          </a:p>
          <a:p>
            <a:r>
              <a:rPr lang="en-US"/>
              <a:t>Gap and low-lying spectrum control physics and runtime</a:t>
            </a:r>
          </a:p>
          <a:p>
            <a:r>
              <a:rPr lang="en-US"/>
              <a:t>Target: ground state of a problem Hamiltonian H_P</a:t>
            </a:r>
          </a:p>
        </p:txBody>
      </p:sp>
    </p:spTree>
    <p:extLst>
      <p:ext uri="{BB962C8B-B14F-4D97-AF65-F5344CB8AC3E}">
        <p14:creationId xmlns:p14="http://schemas.microsoft.com/office/powerpoint/2010/main" val="376697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391B-DA8C-49EE-0A56-BEDA74BA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Adiabatic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057DF-BE72-F3E7-2F19-8B0DC1A66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 from easy initial Hamiltonian H_init (H_B)</a:t>
            </a:r>
          </a:p>
          <a:p>
            <a:r>
              <a:rPr lang="en-US"/>
              <a:t>Interpolate slowly to problem Hamiltonian H_P</a:t>
            </a:r>
          </a:p>
          <a:p>
            <a:r>
              <a:rPr lang="en-US"/>
              <a:t>Sufficient gap and time =&gt; ground state of H_P</a:t>
            </a:r>
          </a:p>
        </p:txBody>
      </p:sp>
    </p:spTree>
    <p:extLst>
      <p:ext uri="{BB962C8B-B14F-4D97-AF65-F5344CB8AC3E}">
        <p14:creationId xmlns:p14="http://schemas.microsoft.com/office/powerpoint/2010/main" val="258413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84A8-E871-8FA0-F7FB-E9C30A8B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Path H(s)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D6ECA-E364-13A3-0F2B-83AB9701E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H(s)=(1-s)H_init + s H_problem; example schedule s(t)=t/T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0768F-B180-0E1A-FC38-C2B38D52BD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048" y="2183445"/>
            <a:ext cx="1916602" cy="388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CDCD1-BB2E-838F-7330-76E50B269EB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402" y="2239402"/>
            <a:ext cx="2050714" cy="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2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493E-B5C4-3F0D-EF63-85DF3CEB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Gap Controls Runtime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D7E89-4EFF-AE55-9C23-49BB2B079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Delta(s)=E1-E0; bottleneck Delta_min; heuristic T ~ 1/Delta_min^2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4C6CA-9BE0-F228-5976-31AECD7ABF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3556000" cy="330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5F8953-D5A1-6788-B0E0-0556EAA472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056" y="2136275"/>
            <a:ext cx="1266944" cy="43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8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7BA3-DD16-E99B-8641-6CA82208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Initial and Problem Hamiltonians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A42C8-5E7A-F305-5534-E255CFA8B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Initial H_B (driver/beginning); problem H_P for 2-qubit Ising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E2A23-DC67-7643-A1BB-93D3EB2706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5" y="1964394"/>
            <a:ext cx="1301798" cy="345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F20630-099B-F59A-FCFB-4F6AA5A2AE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731" y="2399178"/>
            <a:ext cx="1448947" cy="345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D1E072-845C-FD12-8F7C-F0A67311676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030" y="3000971"/>
            <a:ext cx="1644219" cy="5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9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2EF0-B1F2-4656-CDC0-73BEE99B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Adiabatic Pipeline for Ising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487AC-FF36-AB0B-80B7-64C1FD611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H_B, |++&gt; -&gt; H(s) -&gt; Delta_min ~ 0.66 at s* ~ 0.62 -&gt; readout |00&gt;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150E1-A2F7-21D2-52B8-6537D20B57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592" y="2156899"/>
            <a:ext cx="2695838" cy="190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5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DE72-E669-18A5-70A7-ED1B8FE2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Qiskit: Role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E8806-5BF9-959C-87DE-B37D01BD7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Shared stack for digital circuits</a:t>
            </a:r>
          </a:p>
          <a:p>
            <a:r>
              <a:rPr lang="en-US"/>
              <a:t>Turns the adiabatic path into a reproducible workflow</a:t>
            </a:r>
          </a:p>
          <a:p>
            <a:r>
              <a:rPr lang="en-US"/>
              <a:t>Environment: conda activate qcomputing</a:t>
            </a:r>
          </a:p>
        </p:txBody>
      </p:sp>
    </p:spTree>
    <p:extLst>
      <p:ext uri="{BB962C8B-B14F-4D97-AF65-F5344CB8AC3E}">
        <p14:creationId xmlns:p14="http://schemas.microsoft.com/office/powerpoint/2010/main" val="294582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033E-A11E-588B-0369-DD6F2CBB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Qiskit: Build H(s)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A4E71-9370-8926-6DD8-23C6E9046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SparsePauliOp: define H_B, H_P, and linear path H(s)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B258A-F49E-E726-FB06-5A9780C050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3556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16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8C92-144A-32BC-1533-16CC8F4B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Qiskit: Trotter Layer and Gap Plot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33C8F-1EF9-1639-217F-C98913F19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Hadamard prep, Trotter layers R_x / R_zz / R_z, Z readout; scan Delta(s)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F50FE-FBE2-325F-00B2-9D178920AF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3556000" cy="330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9091BE-70E1-9603-E42F-60901FBF62C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270000"/>
            <a:ext cx="3556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67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9577-0E6F-2077-FD03-B93B1B12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Gap Vocabulary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C4177-8B04-8A89-D2F7-38638DCCE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Instantaneous gap: Delta(s) = E1(s) - E0(s)</a:t>
            </a:r>
          </a:p>
          <a:p>
            <a:r>
              <a:rPr lang="en-US"/>
              <a:t>Minimum gap: Delta_min = min_s Delta(s) --- bottleneck</a:t>
            </a:r>
          </a:p>
          <a:p>
            <a:r>
              <a:rPr lang="en-US"/>
              <a:t>Avoided crossing: levels approach then separate</a:t>
            </a:r>
          </a:p>
          <a:p>
            <a:r>
              <a:rPr lang="en-US"/>
              <a:t>Full gap vs gap inside a reachable symmetry sector</a:t>
            </a:r>
          </a:p>
          <a:p>
            <a:r>
              <a:rPr lang="en-US"/>
              <a:t>Three meanings of required time: heuristic / bound / practical</a:t>
            </a:r>
          </a:p>
        </p:txBody>
      </p:sp>
    </p:spTree>
    <p:extLst>
      <p:ext uri="{BB962C8B-B14F-4D97-AF65-F5344CB8AC3E}">
        <p14:creationId xmlns:p14="http://schemas.microsoft.com/office/powerpoint/2010/main" val="1787818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1B45-221D-C31F-04A8-BB584231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Scheduling: Linear or Nonlinear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DF794-9272-50CA-2376-BC1FA84A1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Same path H(s); slow down near the bottleneck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BE7BC-6DDC-15EE-54DC-DC7D68FA9C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23" y="1635291"/>
            <a:ext cx="3163350" cy="2731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9C5CF3-807B-7836-506E-F1E2E1261F1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159" y="2480033"/>
            <a:ext cx="1720707" cy="6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B244-260E-CFDB-EF88-B79B995D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 with System Size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C94E4-223B-809E-6D96-AF06E429A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 -&gt; H_n(s) -&gt; Delta_min(n) -&gt; T(n); poly vs exponential closing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F77DE-B7C5-7FC4-8D51-5124BF200C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919" y="2129399"/>
            <a:ext cx="1334550" cy="655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2D89B-42C8-0203-97A0-4BF8E29FDF0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275" y="2287366"/>
            <a:ext cx="2463227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19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84B9-BAC8-8C95-6CC9-B9CB8DC8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 vs Exponential Runtime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CCFCA-7293-D398-972A-8D9513A0E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 ~ n^(2 alpha) vs T ~ exp(2 c n); qubit count alone is not difficulty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97FAF-98DE-A7BA-F65B-DE68E84120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3" y="2315029"/>
            <a:ext cx="1588932" cy="854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C2F701-0C26-13DE-671A-CEA9E8EB23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771" y="2106241"/>
            <a:ext cx="2366974" cy="178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6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F6E8-6B8E-08E9-122A-5B1D94F8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Limits Adiabatic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9961-656C-6E07-E0B0-7F68C224F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Gap closing with system size (poly vs exponential)</a:t>
            </a:r>
          </a:p>
          <a:p>
            <a:r>
              <a:rPr lang="en-US"/>
              <a:t>Control / scheduling near the bottleneck</a:t>
            </a:r>
          </a:p>
          <a:p>
            <a:r>
              <a:rPr lang="en-US"/>
              <a:t>Noise and symmetry breaking</a:t>
            </a:r>
          </a:p>
          <a:p>
            <a:r>
              <a:rPr lang="en-US"/>
              <a:t>Trotter error and circuit depth in digital implementations</a:t>
            </a:r>
          </a:p>
          <a:p>
            <a:r>
              <a:rPr lang="en-US"/>
              <a:t>Related routes for same H_P: QAOA, VQE</a:t>
            </a:r>
          </a:p>
        </p:txBody>
      </p:sp>
    </p:spTree>
    <p:extLst>
      <p:ext uri="{BB962C8B-B14F-4D97-AF65-F5344CB8AC3E}">
        <p14:creationId xmlns:p14="http://schemas.microsoft.com/office/powerpoint/2010/main" val="3402935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837B-F50A-D2AC-2113-3EB0C2CD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60A72-AA94-6DD6-B404-DEFA32E9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H and degrees of freedom first</a:t>
            </a:r>
          </a:p>
          <a:p>
            <a:r>
              <a:rPr lang="en-US"/>
              <a:t>Static and dynamic questions are distinct for the same H</a:t>
            </a:r>
          </a:p>
          <a:p>
            <a:r>
              <a:rPr lang="en-US"/>
              <a:t>Adiabatic computation is a path H(s); the gap sets the time</a:t>
            </a:r>
          </a:p>
          <a:p>
            <a:r>
              <a:rPr lang="en-US"/>
              <a:t>Complexity follows Delta_min(n), not n alone</a:t>
            </a:r>
          </a:p>
          <a:p>
            <a:r>
              <a:rPr lang="en-US"/>
              <a:t>Worked Ising + Qiskit make gap and runtime concrete</a:t>
            </a:r>
          </a:p>
        </p:txBody>
      </p:sp>
    </p:spTree>
    <p:extLst>
      <p:ext uri="{BB962C8B-B14F-4D97-AF65-F5344CB8AC3E}">
        <p14:creationId xmlns:p14="http://schemas.microsoft.com/office/powerpoint/2010/main" val="1818244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7071-95E8-82CF-230E-ECADE75E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DCA76-6C0E-995F-F439-558D57C37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Adaptive schedules near a small gap</a:t>
            </a:r>
          </a:p>
          <a:p>
            <a:r>
              <a:rPr lang="en-US"/>
              <a:t>Scaling beyond n=2 (TFIM families)</a:t>
            </a:r>
          </a:p>
          <a:p>
            <a:r>
              <a:rPr lang="en-US"/>
              <a:t>Compare with QAOA / VQE</a:t>
            </a:r>
          </a:p>
          <a:p>
            <a:r>
              <a:rPr lang="en-US"/>
              <a:t>Notes: QS&amp;QA_Fundation/QS&amp;QA_Fundation.tex</a:t>
            </a:r>
          </a:p>
        </p:txBody>
      </p:sp>
    </p:spTree>
    <p:extLst>
      <p:ext uri="{BB962C8B-B14F-4D97-AF65-F5344CB8AC3E}">
        <p14:creationId xmlns:p14="http://schemas.microsoft.com/office/powerpoint/2010/main" val="384894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747</Words>
  <Application>Microsoft Office PowerPoint</Application>
  <PresentationFormat>On-screen Show (16:9)</PresentationFormat>
  <Paragraphs>91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Quantum Simulation: Adiabatic Hamiltonian</vt:lpstr>
      <vt:lpstr>Contents</vt:lpstr>
      <vt:lpstr>Motivation</vt:lpstr>
      <vt:lpstr>Roadmap</vt:lpstr>
      <vt:lpstr>Three Layers</vt:lpstr>
      <vt:lpstr>From Physics to Hamiltonian</vt:lpstr>
      <vt:lpstr>Dynamics or Statics?</vt:lpstr>
      <vt:lpstr>Ground-State Problems</vt:lpstr>
      <vt:lpstr>Adiabatic Idea</vt:lpstr>
      <vt:lpstr>The Path H(s)</vt:lpstr>
      <vt:lpstr>Minimum Gap Controls Runtime</vt:lpstr>
      <vt:lpstr>Example: Initial and Problem Hamiltonians</vt:lpstr>
      <vt:lpstr>Adiabatic Pipeline for Ising</vt:lpstr>
      <vt:lpstr>Qiskit: Role</vt:lpstr>
      <vt:lpstr>Qiskit: Build H(s)</vt:lpstr>
      <vt:lpstr>Qiskit: Trotter Layer and Gap Plot</vt:lpstr>
      <vt:lpstr>Gap Vocabulary</vt:lpstr>
      <vt:lpstr>Scheduling: Linear or Nonlinear</vt:lpstr>
      <vt:lpstr>Scaling with System Size</vt:lpstr>
      <vt:lpstr>Polynomial vs Exponential Runtime</vt:lpstr>
      <vt:lpstr>What Limits Adiabatic Simulation</vt:lpstr>
      <vt:lpstr>Key Takeaways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Sh</dc:creator>
  <cp:lastModifiedBy>Ahmad Sh</cp:lastModifiedBy>
  <cp:revision>2</cp:revision>
  <dcterms:created xsi:type="dcterms:W3CDTF">2026-10-05T12:37:28Z</dcterms:created>
  <dcterms:modified xsi:type="dcterms:W3CDTF">2026-10-05T12:41:26Z</dcterms:modified>
</cp:coreProperties>
</file>